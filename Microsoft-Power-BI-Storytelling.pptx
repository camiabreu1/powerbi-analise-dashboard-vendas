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874c508-77e5-4e3d-804f-6ec9338138b2}">
  <we:reference id="WA200003233" version="2.0.0.3" store="pt-BR" storeType="OMEX"/>
  <we:alternateReferences/>
  <we:properties>
    <we:property name="Microsoft.Office.CampaignId" value="&quot;none&quot;"/>
    <we:property name="reportUrl" value="&quot;/groups/me/reports/f8b1ee10-6e83-4674-b1de-95243c716ca0/ReportSectionb1b39f30add9200534cd?bookmarkGuid=33706e10-5ce3-4ff8-959e-0a69a90aed4f&amp;bookmarkUsage=1&amp;ctid=be67623c-1932-42a6-9d24-6c359fe5ea71&amp;fromEntryPoint=export&quot;"/>
    <we:property name="reportState" value="&quot;CONNECTED&quot;"/>
    <we:property name="artifactViewState" value="&quot;live&quot;"/>
    <we:property name="reportEmbeddedTime" value="&quot;2026-09-29T14:43:02.793Z&quot;"/>
    <we:property name="creatorSessionId" value="&quot;d7830ef5-95c8-477c-9586-c24527d6fd8b&quot;"/>
    <we:property name="creatorUserId" value="&quot;1003200375CD9835&quot;"/>
    <we:property name="creatorTenantId" value="&quot;be67623c-1932-42a6-9d24-6c359fe5ea71&quot;"/>
    <we:property name="pageDisplayName" value="&quot;Análise Geográfica&quot;"/>
    <we:property name="pageName" value="&quot;ReportSectionb1b39f30add9200534cd&quot;"/>
    <we:property name="reportName" value="&quot;Desafio_Analise_Dashboard_Vendas_PowerBI.ppt&quot;"/>
    <we:property name="isVisualContainerHeaderHidden" value="false"/>
    <we:property name="isFiltersActionButtonVisible" value="true"/>
    <we:property name="initialStateBookmark" value="&quot;H4sIAAAAAAAAA+1WXW/bNhT9K4GejYEiJZHKW+J5wNAlDeK1L0MwXJKXDgtZFCjKjRv4v4+U3GVN2mkwtu4De5HII95zD8lzKT5m2vZdA/tr2GJ2nn3faqtAO3/Gs0XWTuDl69evri5uX/18fXG1irDrgnVtn50/ZgH8BsNb2w/QJIoI/nS3yDqPPfodXuP76Vt8WmkbG/bZefADLjJomhvYpAADTR+BDn3vWmjsB5xi+mnoYZHhQ9c4DynrOkDAlHkXh8d+lJd/w6IoUMHucI0qTOgtds6HY1/mktWGEdC6poSUrFA6xvTT13Em8+NT0lHY0rUBbBsFJEzkFUNZQY5EKJZXgnCT8N62m+Y4lafYH/ddWtL+HuI7LqV8FzMmnsMhTrSGsio546UUmhCZc05O5tKaUAllQamUjFZEFAxP5cpLYCUrgZZSClFxUmkxy2W3cX9fchFFeKWY0ZLWNSmMVtPanqKLKaJKrKlQNc+ZrAnBYpYr4EOQ7uElG0pZlYIYioZrAIYFnWf7gjKVpghFSWuljSi4NkydvJNQFBxKqlhRiprpnOb16VyE5cYwAbwkpQajJ13GNuFoaLlfPXQ+FnIs74lrGWtu43w8GZpsrMZY3lPxPWZL1wzbsbX6BF+7wSu8xdG/qzaMpR/TtNAqm4o7qbnxLpb9+GXphjb4/Qjfu/dLjzFpNAY5LH7VcaF3MRr1CxEXm43HDYRjd/WXKDxbQ4MT+t3QHs8Z8s/V+6a1oT9bu0bPa76LyO/aCT4MHq+g+9RRH4/dmPXdb87So1/2o4f+fIPcTWclVTnjLJeiFiQvKBe6/N/Jf0hhbBob/pOuIHVlGBcCa6lYBTVyXcy64t+xG4uv6uI1brbYhs+4eNYVncXlPfjw3BXOa/SX0/5/a/3HqxpdPJP6t6764e5r2vdplSf7olBaEWMMSlNzglQLmP3Vwyjycgghinj2xx9Zn5Bsi/HCnhpuCH0HCm+gxXFK3aTK4jgumgpajfrY9un9g40lNOV/C82QUo9392xMsktX/AZnAtKNPhtlpQkffgHBPNHrgAwAAA==&quot;"/>
    <we:property name="bookmark" value="&quot;H4sIAAAAAAAAA+1WTW/UOhT9K1XWoyfHjmO7OxiKhASoYoAN6uLavp4aZeLIcUqHav47TjJQaN9j0IjHl9gk9rV97rn2OU5uCuv7roHtc9hgcVo8aa03YEM8EcWiaOegtU4iVIAWkdiKADEqj4Yu+dD2xelNkSCuMb32/QDNiJSDby4WRRexx3iFz/HdPJafXvvGp21xmuKAiwKa5hzW4wIHTZ8DHcY+tND49ziv6eepu0WB110TIoxZVwkSjpmv8vTczyzLf1gmBSb5K1yhSXP0BXYhpn1fl5opxwhYqyghnFXG5jX9PDpVcnj+mHQitgxtAt9mAmNMljVDXUOJRBpW1pIIN8Z7366bfSm3a19uu3Fn+0vI77yV+m3OOOLsdrlQBbzmggmupSVEl0KQo7GsJVQDryjVmtGayIrhsVglB8YZB8q1lrIWpLbyIJbf5PO9j0UMEbVhzmqqFKmcNfPeHsOLGWI4KiqNEiXTihCsDmIlvE46XN9HQ61rLomj6IQFYFjRw2j/wcyMJULFqTLZRJWwjpmjTxKqSgCnhlVcKmZLWqrjsQgrnWMSBCfcgrMzL+ebtBe03p5ddzEbOdt7xlpmz61DzBdEU0xuzPaezXdTLEMzbKbW2RfxVRiiwRc46fesTZP1c5oWWuNHc49szmPItp9GlmFoU9xO4cvwbhkxJ83CILvFJx4P7FVejfYeiQfrdcQ1pH337H9heLKCBufo46Hd3zPk1+X7qvWpP1mFxh7mfJEjX5UTvB8iPoPuS0V9vHZz1ref3aV7vWwnDX1/gVzMdyU1JROs1FJJUlZUSMv/KvmbGOam8+mPVAVRtWNCSlTasBoUClsdVMXvcRqLH6riFa432KZ/UfFBVXQel5cQ011VhGgxPpzP/5GPH3/V6OIO1Z+667uLHynf212e5YvSWEOcc6idEgSplXDwUw8TyYdDSpnEnS/+hHobKTaYf9jHRhhS34HBc2hxKqmbWXmc5mVRQWvR7ttxfD/12UJz/tfQDGPq6d+9mNKMBew+AFrMe/NXDAAA&quot;"/>
    <we:property name="datasetId" value="&quot;341e9b67-62be-451d-b008-1f7640247047&quot;"/>
    <we:property name="embedUrl" value="&quot;/reportEmbed?reportId=f8b1ee10-6e83-4674-b1de-95243c716ca0&amp;config=eyJjbHVzdGVyVXJsIjoiaHR0cHM6Ly9XQUJJLVVTLUVBU1Qy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Abreu Cruz, Camila</cp:lastModifiedBy>
  <cp:revision>3</cp:revision>
  <dcterms:created xsi:type="dcterms:W3CDTF">2018-06-07T21:39:02Z</dcterms:created>
  <dcterms:modified xsi:type="dcterms:W3CDTF">2026-09-29T14:43:28Z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